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1" r:id="rId4"/>
    <p:sldId id="266" r:id="rId5"/>
    <p:sldId id="265" r:id="rId6"/>
    <p:sldId id="257" r:id="rId7"/>
    <p:sldId id="259" r:id="rId8"/>
    <p:sldId id="261" r:id="rId9"/>
    <p:sldId id="263" r:id="rId10"/>
    <p:sldId id="268" r:id="rId11"/>
    <p:sldId id="260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146935"/>
            <a:ext cx="9144000" cy="1363345"/>
          </a:xfrm>
        </p:spPr>
        <p:txBody>
          <a:bodyPr/>
          <a:p>
            <a:r>
              <a:rPr lang="en-US" altLang="zh-CN"/>
              <a:t>RL-mattergpt</a:t>
            </a:r>
            <a:r>
              <a:rPr lang="zh-CN" altLang="en-US"/>
              <a:t>开发</a:t>
            </a:r>
            <a:r>
              <a:rPr lang="zh-CN" altLang="en-US"/>
              <a:t>日志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沈玉涵</a:t>
            </a:r>
            <a:endParaRPr lang="zh-CN" altLang="en-US"/>
          </a:p>
          <a:p>
            <a:r>
              <a:rPr lang="zh-CN" altLang="en-US"/>
              <a:t>王</a:t>
            </a:r>
            <a:r>
              <a:rPr lang="zh-CN" altLang="en-US"/>
              <a:t>盛白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目前已经</a:t>
            </a:r>
            <a:r>
              <a:rPr lang="zh-CN" altLang="en-US"/>
              <a:t>有了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1710055"/>
          </a:xfrm>
        </p:spPr>
        <p:txBody>
          <a:bodyPr/>
          <a:p>
            <a:r>
              <a:rPr lang="en-US" altLang="zh-CN"/>
              <a:t>55w</a:t>
            </a:r>
            <a:r>
              <a:rPr lang="zh-CN" altLang="en-US"/>
              <a:t>条结构数据</a:t>
            </a:r>
            <a:r>
              <a:rPr lang="en-US" altLang="zh-CN"/>
              <a:t> 5k</a:t>
            </a:r>
            <a:r>
              <a:rPr lang="zh-CN" altLang="en-US"/>
              <a:t>条定向</a:t>
            </a:r>
            <a:r>
              <a:rPr lang="zh-CN" altLang="en-US"/>
              <a:t>数据</a:t>
            </a:r>
            <a:endParaRPr lang="zh-CN" altLang="en-US"/>
          </a:p>
          <a:p>
            <a:r>
              <a:rPr lang="zh-CN" altLang="en-US"/>
              <a:t>成功的基于字符串</a:t>
            </a:r>
            <a:r>
              <a:rPr lang="en-US" altLang="zh-CN"/>
              <a:t>transformer</a:t>
            </a:r>
            <a:r>
              <a:rPr lang="zh-CN" altLang="en-US"/>
              <a:t>的强化学习</a:t>
            </a:r>
            <a:r>
              <a:rPr lang="zh-CN" altLang="en-US"/>
              <a:t>框架</a:t>
            </a:r>
            <a:endParaRPr lang="zh-CN" altLang="en-US"/>
          </a:p>
          <a:p>
            <a:r>
              <a:rPr lang="zh-CN" altLang="en-US"/>
              <a:t>等待迁移的</a:t>
            </a:r>
            <a:r>
              <a:rPr lang="zh-CN" altLang="en-US"/>
              <a:t>完善奖励</a:t>
            </a:r>
            <a:r>
              <a:rPr lang="zh-CN" altLang="en-US"/>
              <a:t>函数</a:t>
            </a:r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838200" y="29787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距离成功还</a:t>
            </a:r>
            <a:r>
              <a:rPr lang="zh-CN" altLang="en-US"/>
              <a:t>需要</a:t>
            </a:r>
            <a:endParaRPr lang="zh-CN" altLang="en-US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420624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把奖励函数迁移到开发环境</a:t>
            </a:r>
            <a:r>
              <a:rPr lang="zh-CN" altLang="en-US"/>
              <a:t>中</a:t>
            </a:r>
            <a:endParaRPr lang="zh-CN" altLang="en-US"/>
          </a:p>
          <a:p>
            <a:r>
              <a:rPr lang="zh-CN" altLang="en-US"/>
              <a:t>集成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数据收集</a:t>
            </a:r>
            <a:r>
              <a:rPr lang="en-US" altLang="zh-CN"/>
              <a:t>-</a:t>
            </a:r>
            <a:r>
              <a:rPr lang="zh-CN" altLang="en-US"/>
              <a:t>标准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专注于三维（</a:t>
            </a:r>
            <a:r>
              <a:rPr lang="en-US" altLang="zh-CN"/>
              <a:t>3D</a:t>
            </a:r>
            <a:r>
              <a:rPr lang="zh-CN" altLang="en-US"/>
              <a:t>）无机固态材料的数据库</a:t>
            </a:r>
            <a:endParaRPr lang="zh-CN" altLang="en-US"/>
          </a:p>
          <a:p>
            <a:r>
              <a:rPr lang="zh-CN" altLang="en-US"/>
              <a:t>研究重点是原子序数</a:t>
            </a:r>
            <a:r>
              <a:rPr lang="zh-CN" altLang="en-US"/>
              <a:t>不超过</a:t>
            </a:r>
            <a:r>
              <a:rPr lang="en-US" altLang="zh-CN"/>
              <a:t>86</a:t>
            </a:r>
            <a:r>
              <a:rPr lang="zh-CN" altLang="en-US"/>
              <a:t>的元素</a:t>
            </a:r>
            <a:endParaRPr lang="zh-CN" altLang="en-US"/>
          </a:p>
          <a:p>
            <a:r>
              <a:rPr lang="zh-CN" altLang="en-US"/>
              <a:t>高质量、稳定结构的数据集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数据收集</a:t>
            </a:r>
            <a:r>
              <a:rPr lang="en-US" altLang="zh-CN"/>
              <a:t>-</a:t>
            </a:r>
            <a:r>
              <a:rPr lang="en-US" altLang="zh-CN"/>
              <a:t>tar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94690" y="1588135"/>
            <a:ext cx="10515600" cy="3069590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3161030" y="2490470"/>
            <a:ext cx="2157730" cy="615315"/>
          </a:xfrm>
          <a:prstGeom prst="ellips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211070" y="5640070"/>
            <a:ext cx="5366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最终用</a:t>
            </a:r>
            <a:r>
              <a:rPr lang="en-US" altLang="zh-CN"/>
              <a:t>Google</a:t>
            </a:r>
            <a:r>
              <a:rPr lang="zh-CN" altLang="en-US"/>
              <a:t>的数据，</a:t>
            </a:r>
            <a:r>
              <a:rPr lang="en-US" altLang="zh-CN"/>
              <a:t>55w</a:t>
            </a:r>
            <a:r>
              <a:rPr lang="zh-CN" altLang="en-US"/>
              <a:t>条数据，已经</a:t>
            </a:r>
            <a:r>
              <a:rPr lang="zh-CN" altLang="en-US"/>
              <a:t>收集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9605" y="318135"/>
            <a:ext cx="10898505" cy="64897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520" y="186690"/>
            <a:ext cx="10515600" cy="1325563"/>
          </a:xfrm>
        </p:spPr>
        <p:txBody>
          <a:bodyPr>
            <a:normAutofit/>
          </a:bodyPr>
          <a:p>
            <a:r>
              <a:rPr lang="zh-CN" altLang="en-US"/>
              <a:t>模型架构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722995" y="3580765"/>
            <a:ext cx="9156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chgnet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7615555" y="3580765"/>
            <a:ext cx="807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mace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9817100" y="3580765"/>
            <a:ext cx="698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其他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722995" y="3212465"/>
            <a:ext cx="711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方差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奖励函数</a:t>
            </a:r>
            <a:r>
              <a:rPr lang="zh-CN" altLang="en-US"/>
              <a:t>模块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有效性</a:t>
            </a:r>
            <a:endParaRPr lang="zh-CN" altLang="en-US"/>
          </a:p>
          <a:p>
            <a:pPr lvl="1"/>
            <a:r>
              <a:rPr lang="zh-CN" altLang="en-US"/>
              <a:t>用</a:t>
            </a:r>
            <a:r>
              <a:rPr lang="en-US" altLang="zh-CN"/>
              <a:t>decode</a:t>
            </a:r>
            <a:r>
              <a:rPr lang="zh-CN" altLang="en-US"/>
              <a:t>的成功与否给予奖励，失败则给大惩罚，成功就是小</a:t>
            </a:r>
            <a:r>
              <a:rPr lang="zh-CN" altLang="en-US"/>
              <a:t>奖励</a:t>
            </a:r>
            <a:endParaRPr lang="zh-CN" altLang="en-US"/>
          </a:p>
          <a:p>
            <a:r>
              <a:rPr lang="zh-CN" altLang="en-US"/>
              <a:t>定向性</a:t>
            </a:r>
            <a:endParaRPr lang="zh-CN" altLang="en-US"/>
          </a:p>
          <a:p>
            <a:pPr lvl="1"/>
            <a:r>
              <a:rPr lang="zh-CN" altLang="en-US"/>
              <a:t>在有效性检测完成之后，用</a:t>
            </a:r>
            <a:r>
              <a:rPr lang="en-US" altLang="zh-CN"/>
              <a:t>megnet</a:t>
            </a:r>
            <a:r>
              <a:rPr lang="zh-CN" altLang="en-US"/>
              <a:t>模型，和含有定向性标签的数据，训练一个新的模型。用这个模型对生成的结构进行预测。用预测的值和目标值的差，给出奖励或者</a:t>
            </a:r>
            <a:r>
              <a:rPr lang="zh-CN" altLang="en-US"/>
              <a:t>惩罚。</a:t>
            </a:r>
            <a:endParaRPr lang="zh-CN" altLang="en-US"/>
          </a:p>
          <a:p>
            <a:pPr lvl="1"/>
            <a:r>
              <a:rPr lang="zh-CN" altLang="en-US"/>
              <a:t>在</a:t>
            </a:r>
            <a:r>
              <a:rPr lang="en-US" altLang="zh-CN"/>
              <a:t>5000</a:t>
            </a:r>
            <a:r>
              <a:rPr lang="zh-CN" altLang="en-US"/>
              <a:t>条数据下，训练</a:t>
            </a:r>
            <a:r>
              <a:rPr lang="en-US" altLang="zh-CN"/>
              <a:t>B</a:t>
            </a:r>
            <a:r>
              <a:rPr lang="zh-CN" altLang="en-US"/>
              <a:t>的时候，误差</a:t>
            </a:r>
            <a:r>
              <a:rPr lang="zh-CN" altLang="en-US"/>
              <a:t>如下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285" y="4629150"/>
            <a:ext cx="7629525" cy="16954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949825" y="8845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多元化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085715" y="4159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GPRO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085715" y="47625"/>
            <a:ext cx="1079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deepseek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定向性模块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95395" y="-6985"/>
            <a:ext cx="6095365" cy="6864985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>
            <a:off x="6438900" y="2282190"/>
            <a:ext cx="4130040" cy="12954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H="1" flipV="1">
            <a:off x="2148840" y="5078730"/>
            <a:ext cx="1714500" cy="69342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V="1">
            <a:off x="5080000" y="5665470"/>
            <a:ext cx="5207000" cy="40894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 flipV="1">
            <a:off x="2207260" y="5772150"/>
            <a:ext cx="1714500" cy="69342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58140" y="47967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权重保存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0085070" y="26555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权重训练</a:t>
            </a:r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7510780" y="1327150"/>
            <a:ext cx="3096260" cy="13970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0149840" y="15735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</a:t>
            </a:r>
            <a:r>
              <a:rPr lang="zh-CN" altLang="en-US"/>
              <a:t>加载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0447020" y="541401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加载权重</a:t>
            </a:r>
            <a:endParaRPr lang="zh-CN" altLang="en-US"/>
          </a:p>
          <a:p>
            <a:r>
              <a:rPr lang="zh-CN" altLang="en-US"/>
              <a:t>（方便多次</a:t>
            </a:r>
            <a:r>
              <a:rPr lang="zh-CN" altLang="en-US"/>
              <a:t>调用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35610" y="57721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利用权重</a:t>
            </a:r>
            <a:r>
              <a:rPr lang="zh-CN" altLang="en-US"/>
              <a:t>预测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08660" y="16268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模型和思路以及代码都很</a:t>
            </a:r>
            <a:r>
              <a:rPr lang="zh-CN" altLang="en-US"/>
              <a:t>成熟</a:t>
            </a:r>
            <a:endParaRPr lang="zh-CN" altLang="en-US"/>
          </a:p>
          <a:p>
            <a:r>
              <a:rPr lang="zh-CN" altLang="en-US"/>
              <a:t>待迁移和</a:t>
            </a:r>
            <a:r>
              <a:rPr lang="zh-CN" altLang="en-US"/>
              <a:t>兼容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有效性</a:t>
            </a:r>
            <a:r>
              <a:rPr lang="zh-CN" altLang="en-US"/>
              <a:t>模块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20495" y="3133725"/>
            <a:ext cx="9629775" cy="856615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V="1">
            <a:off x="2407920" y="2240280"/>
            <a:ext cx="2434590" cy="118872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4842510" y="19812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检验</a:t>
            </a:r>
            <a:r>
              <a:rPr lang="zh-CN" altLang="en-US"/>
              <a:t>有效性</a:t>
            </a:r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>
            <a:off x="3543300" y="3908425"/>
            <a:ext cx="1215390" cy="98361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42510" y="48920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转化为</a:t>
            </a:r>
            <a:r>
              <a:rPr lang="en-US" altLang="zh-CN"/>
              <a:t>ci</a:t>
            </a:r>
            <a:r>
              <a:rPr lang="en-US" altLang="zh-CN"/>
              <a:t>f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强化学习类似项目（可</a:t>
            </a:r>
            <a:r>
              <a:rPr lang="zh-CN" altLang="en-US"/>
              <a:t>迁移）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3710" y="1637030"/>
            <a:ext cx="972629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IDEA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如果说一条一条的强化学习流程太慢，能否批量进行强化学习，利用多线程来</a:t>
            </a:r>
            <a:r>
              <a:rPr lang="zh-CN" altLang="en-US"/>
              <a:t>加速？</a:t>
            </a:r>
            <a:endParaRPr lang="zh-CN" altLang="en-US"/>
          </a:p>
          <a:p>
            <a:r>
              <a:rPr lang="zh-CN" altLang="en-US"/>
              <a:t>奖励函数</a:t>
            </a:r>
            <a:r>
              <a:rPr lang="zh-CN" altLang="en-US"/>
              <a:t>多元化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134360" y="13227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slices</a:t>
            </a:r>
            <a:r>
              <a:rPr lang="zh-CN" altLang="en-US"/>
              <a:t>性质预测</a:t>
            </a:r>
            <a:r>
              <a:rPr lang="en-US" altLang="zh-CN"/>
              <a:t>  bert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513</Words>
  <Application>WPS 演示</Application>
  <PresentationFormat>宽屏</PresentationFormat>
  <Paragraphs>81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RL-mattergpt开发日志</vt:lpstr>
      <vt:lpstr>目前已经有了</vt:lpstr>
      <vt:lpstr>数据收集-标准</vt:lpstr>
      <vt:lpstr>数据收集-tar</vt:lpstr>
      <vt:lpstr>模型架构</vt:lpstr>
      <vt:lpstr>奖励函数模块</vt:lpstr>
      <vt:lpstr>定向性模块</vt:lpstr>
      <vt:lpstr>有效性模块</vt:lpstr>
      <vt:lpstr>强化学习类似项目（可迁移）</vt:lpstr>
      <vt:lpstr>IDEA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沈玉涵。</cp:lastModifiedBy>
  <cp:revision>15</cp:revision>
  <dcterms:created xsi:type="dcterms:W3CDTF">2023-08-09T12:44:00Z</dcterms:created>
  <dcterms:modified xsi:type="dcterms:W3CDTF">2025-10-16T07:41:23Z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51F7424B32A743989D4A423C8819E1FA_12</vt:lpwstr>
  </property>
</Properties>
</file>